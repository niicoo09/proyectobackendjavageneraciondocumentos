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 Gil" userId="961cee6e6bf27946" providerId="LiveId" clId="{9A3724EF-DD08-43F2-A008-BDD5DB6E5A37}"/>
    <pc:docChg chg="undo redo custSel delSld modSld">
      <pc:chgData name="Luife Gil" userId="961cee6e6bf27946" providerId="LiveId" clId="{9A3724EF-DD08-43F2-A008-BDD5DB6E5A37}" dt="2022-03-30T08:08:35.656" v="216" actId="20577"/>
      <pc:docMkLst>
        <pc:docMk/>
      </pc:docMkLst>
      <pc:sldChg chg="addSp delSp modSp mod">
        <pc:chgData name="Luife Gil" userId="961cee6e6bf27946" providerId="LiveId" clId="{9A3724EF-DD08-43F2-A008-BDD5DB6E5A37}" dt="2022-03-30T08:08:35.656" v="216" actId="20577"/>
        <pc:sldMkLst>
          <pc:docMk/>
          <pc:sldMk cId="2590759481" sldId="256"/>
        </pc:sldMkLst>
        <pc:spChg chg="add mod">
          <ac:chgData name="Luife Gil" userId="961cee6e6bf27946" providerId="LiveId" clId="{9A3724EF-DD08-43F2-A008-BDD5DB6E5A37}" dt="2022-03-30T07:57:31.766" v="214" actId="692"/>
          <ac:spMkLst>
            <pc:docMk/>
            <pc:sldMk cId="2590759481" sldId="256"/>
            <ac:spMk id="11" creationId="{296F2847-21D9-46FE-8471-BD5D424F7530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18" creationId="{7346BDA9-A667-40FD-BA3F-95227E34EC46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19" creationId="{6C40EA2E-82BE-446F-B186-7127C32A8B3C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0" creationId="{11A529D7-2C6B-42CE-BC6B-FC34933039CC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1" creationId="{86E1BED3-5222-454F-BD05-EF5F56C661D6}"/>
          </ac:spMkLst>
        </pc:spChg>
        <pc:spChg chg="add del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2" creationId="{DAD0C42A-98A0-48C8-8C55-253998047148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3" creationId="{B90730AA-BF6E-43C5-88B5-264725B4E6DE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4" creationId="{E9E9CDDA-1304-4953-9F9D-7656E9C466DF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5" creationId="{D0DAB824-764B-413B-8D82-0C756931AEB8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6" creationId="{73CC7098-D885-4B8C-8118-0C44D35CA451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8" creationId="{4B5B7A0D-1D49-407D-B20F-978EE61ABE60}"/>
          </ac:spMkLst>
        </pc:spChg>
        <pc:spChg chg="add 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29" creationId="{6D439180-7D5F-4119-A42A-B535CE251D25}"/>
          </ac:spMkLst>
        </pc:spChg>
        <pc:spChg chg="del mod">
          <ac:chgData name="Luife Gil" userId="961cee6e6bf27946" providerId="LiveId" clId="{9A3724EF-DD08-43F2-A008-BDD5DB6E5A37}" dt="2022-03-22T08:03:06.770" v="40" actId="478"/>
          <ac:spMkLst>
            <pc:docMk/>
            <pc:sldMk cId="2590759481" sldId="256"/>
            <ac:spMk id="30" creationId="{30E41455-B25A-4A4C-AD19-709012D9305D}"/>
          </ac:spMkLst>
        </pc:spChg>
        <pc:spChg chg="add del mod">
          <ac:chgData name="Luife Gil" userId="961cee6e6bf27946" providerId="LiveId" clId="{9A3724EF-DD08-43F2-A008-BDD5DB6E5A37}" dt="2022-03-30T07:52:11.659" v="88" actId="478"/>
          <ac:spMkLst>
            <pc:docMk/>
            <pc:sldMk cId="2590759481" sldId="256"/>
            <ac:spMk id="31" creationId="{8FC8C003-6E76-428C-A9D6-3E491110FB04}"/>
          </ac:spMkLst>
        </pc:spChg>
        <pc:spChg chg="add mod">
          <ac:chgData name="Luife Gil" userId="961cee6e6bf27946" providerId="LiveId" clId="{9A3724EF-DD08-43F2-A008-BDD5DB6E5A37}" dt="2022-03-30T08:08:35.656" v="216" actId="20577"/>
          <ac:spMkLst>
            <pc:docMk/>
            <pc:sldMk cId="2590759481" sldId="256"/>
            <ac:spMk id="32" creationId="{536D6067-2093-45F4-9255-AEB19C2E6979}"/>
          </ac:spMkLst>
        </pc:spChg>
        <pc:spChg chg="add del mod">
          <ac:chgData name="Luife Gil" userId="961cee6e6bf27946" providerId="LiveId" clId="{9A3724EF-DD08-43F2-A008-BDD5DB6E5A37}" dt="2022-03-22T08:03:22.900" v="49" actId="478"/>
          <ac:spMkLst>
            <pc:docMk/>
            <pc:sldMk cId="2590759481" sldId="256"/>
            <ac:spMk id="33" creationId="{6A910499-2050-4CAE-9E77-F23CC3CAB7BC}"/>
          </ac:spMkLst>
        </pc:spChg>
        <pc:spChg chg="add del mod">
          <ac:chgData name="Luife Gil" userId="961cee6e6bf27946" providerId="LiveId" clId="{9A3724EF-DD08-43F2-A008-BDD5DB6E5A37}" dt="2022-03-30T07:52:11.991" v="89" actId="478"/>
          <ac:spMkLst>
            <pc:docMk/>
            <pc:sldMk cId="2590759481" sldId="256"/>
            <ac:spMk id="34" creationId="{A1AB8734-7AAB-4ECA-8EA7-389F4F304F5C}"/>
          </ac:spMkLst>
        </pc:spChg>
        <pc:spChg chg="add del mod">
          <ac:chgData name="Luife Gil" userId="961cee6e6bf27946" providerId="LiveId" clId="{9A3724EF-DD08-43F2-A008-BDD5DB6E5A37}" dt="2022-03-30T07:52:12.371" v="90" actId="478"/>
          <ac:spMkLst>
            <pc:docMk/>
            <pc:sldMk cId="2590759481" sldId="256"/>
            <ac:spMk id="35" creationId="{9C5A98FA-046A-487D-85E4-F40640C3CFC2}"/>
          </ac:spMkLst>
        </pc:spChg>
        <pc:spChg chg="del">
          <ac:chgData name="Luife Gil" userId="961cee6e6bf27946" providerId="LiveId" clId="{9A3724EF-DD08-43F2-A008-BDD5DB6E5A37}" dt="2022-03-22T08:03:00.907" v="34" actId="478"/>
          <ac:spMkLst>
            <pc:docMk/>
            <pc:sldMk cId="2590759481" sldId="256"/>
            <ac:spMk id="62" creationId="{FE311F4D-2ACC-4B2C-9791-5AC469F806C7}"/>
          </ac:spMkLst>
        </pc:spChg>
        <pc:spChg chg="del">
          <ac:chgData name="Luife Gil" userId="961cee6e6bf27946" providerId="LiveId" clId="{9A3724EF-DD08-43F2-A008-BDD5DB6E5A37}" dt="2022-03-22T08:03:00.476" v="33" actId="478"/>
          <ac:spMkLst>
            <pc:docMk/>
            <pc:sldMk cId="2590759481" sldId="256"/>
            <ac:spMk id="63" creationId="{2937A32C-FC27-47DC-B9CD-54A67BF44F57}"/>
          </ac:spMkLst>
        </pc:spChg>
        <pc:spChg chg="del">
          <ac:chgData name="Luife Gil" userId="961cee6e6bf27946" providerId="LiveId" clId="{9A3724EF-DD08-43F2-A008-BDD5DB6E5A37}" dt="2022-03-22T08:02:59.331" v="31" actId="478"/>
          <ac:spMkLst>
            <pc:docMk/>
            <pc:sldMk cId="2590759481" sldId="256"/>
            <ac:spMk id="64" creationId="{B9ACE918-7269-47CA-A441-D5901C4B2ADE}"/>
          </ac:spMkLst>
        </pc:spChg>
        <pc:spChg chg="del">
          <ac:chgData name="Luife Gil" userId="961cee6e6bf27946" providerId="LiveId" clId="{9A3724EF-DD08-43F2-A008-BDD5DB6E5A37}" dt="2022-03-22T08:02:59.900" v="32" actId="478"/>
          <ac:spMkLst>
            <pc:docMk/>
            <pc:sldMk cId="2590759481" sldId="256"/>
            <ac:spMk id="65" creationId="{B224D809-0AC7-4794-AF65-1C0DC0B65D62}"/>
          </ac:spMkLst>
        </pc:spChg>
        <pc:spChg chg="del">
          <ac:chgData name="Luife Gil" userId="961cee6e6bf27946" providerId="LiveId" clId="{9A3724EF-DD08-43F2-A008-BDD5DB6E5A37}" dt="2022-03-22T08:02:56.924" v="26" actId="478"/>
          <ac:spMkLst>
            <pc:docMk/>
            <pc:sldMk cId="2590759481" sldId="256"/>
            <ac:spMk id="71" creationId="{986D9B39-B851-4726-8C48-0CAC1F6424F9}"/>
          </ac:spMkLst>
        </pc:spChg>
        <pc:spChg chg="del">
          <ac:chgData name="Luife Gil" userId="961cee6e6bf27946" providerId="LiveId" clId="{9A3724EF-DD08-43F2-A008-BDD5DB6E5A37}" dt="2022-03-22T08:02:58.411" v="29" actId="478"/>
          <ac:spMkLst>
            <pc:docMk/>
            <pc:sldMk cId="2590759481" sldId="256"/>
            <ac:spMk id="72" creationId="{0CDFC74C-735A-4B45-8ABE-7B6AE67091CB}"/>
          </ac:spMkLst>
        </pc:spChg>
        <pc:spChg chg="del">
          <ac:chgData name="Luife Gil" userId="961cee6e6bf27946" providerId="LiveId" clId="{9A3724EF-DD08-43F2-A008-BDD5DB6E5A37}" dt="2022-03-22T08:02:58.803" v="30" actId="478"/>
          <ac:spMkLst>
            <pc:docMk/>
            <pc:sldMk cId="2590759481" sldId="256"/>
            <ac:spMk id="75" creationId="{6EC9D069-0344-47EB-8AA7-97D4E8084550}"/>
          </ac:spMkLst>
        </pc:spChg>
        <pc:spChg chg="del">
          <ac:chgData name="Luife Gil" userId="961cee6e6bf27946" providerId="LiveId" clId="{9A3724EF-DD08-43F2-A008-BDD5DB6E5A37}" dt="2022-03-22T08:02:57.892" v="28" actId="478"/>
          <ac:spMkLst>
            <pc:docMk/>
            <pc:sldMk cId="2590759481" sldId="256"/>
            <ac:spMk id="76" creationId="{018EC39C-0F45-45F8-A09B-F4D03CC26868}"/>
          </ac:spMkLst>
        </pc:spChg>
        <pc:spChg chg="del">
          <ac:chgData name="Luife Gil" userId="961cee6e6bf27946" providerId="LiveId" clId="{9A3724EF-DD08-43F2-A008-BDD5DB6E5A37}" dt="2022-03-22T08:02:57.284" v="27" actId="478"/>
          <ac:spMkLst>
            <pc:docMk/>
            <pc:sldMk cId="2590759481" sldId="256"/>
            <ac:spMk id="77" creationId="{C18ABD2E-195C-4AB9-AE09-2CC6D8CF7B31}"/>
          </ac:spMkLst>
        </pc:spChg>
        <pc:spChg chg="mod">
          <ac:chgData name="Luife Gil" userId="961cee6e6bf27946" providerId="LiveId" clId="{9A3724EF-DD08-43F2-A008-BDD5DB6E5A37}" dt="2022-03-30T07:54:09.638" v="171" actId="208"/>
          <ac:spMkLst>
            <pc:docMk/>
            <pc:sldMk cId="2590759481" sldId="256"/>
            <ac:spMk id="78" creationId="{6C1895E2-9CB0-41F4-91F5-926556F78D54}"/>
          </ac:spMkLst>
        </pc:spChg>
        <pc:grpChg chg="del">
          <ac:chgData name="Luife Gil" userId="961cee6e6bf27946" providerId="LiveId" clId="{9A3724EF-DD08-43F2-A008-BDD5DB6E5A37}" dt="2022-03-22T08:03:01.628" v="35" actId="478"/>
          <ac:grpSpMkLst>
            <pc:docMk/>
            <pc:sldMk cId="2590759481" sldId="256"/>
            <ac:grpSpMk id="39" creationId="{63539674-75F2-424C-9621-DDFECD3553E2}"/>
          </ac:grpSpMkLst>
        </pc:grpChg>
        <pc:graphicFrameChg chg="add del mod">
          <ac:chgData name="Luife Gil" userId="961cee6e6bf27946" providerId="LiveId" clId="{9A3724EF-DD08-43F2-A008-BDD5DB6E5A37}" dt="2022-03-22T08:01:50.718" v="2" actId="478"/>
          <ac:graphicFrameMkLst>
            <pc:docMk/>
            <pc:sldMk cId="2590759481" sldId="256"/>
            <ac:graphicFrameMk id="2" creationId="{64D75CF2-FA1E-4EFE-BB6A-83FB9A3F3F50}"/>
          </ac:graphicFrameMkLst>
        </pc:graphicFrameChg>
        <pc:picChg chg="del">
          <ac:chgData name="Luife Gil" userId="961cee6e6bf27946" providerId="LiveId" clId="{9A3724EF-DD08-43F2-A008-BDD5DB6E5A37}" dt="2022-03-22T08:01:42.117" v="0" actId="478"/>
          <ac:picMkLst>
            <pc:docMk/>
            <pc:sldMk cId="2590759481" sldId="256"/>
            <ac:picMk id="5" creationId="{84249AD8-52F8-465D-982A-22F8FC6E81B3}"/>
          </ac:picMkLst>
        </pc:picChg>
        <pc:picChg chg="add mod ord">
          <ac:chgData name="Luife Gil" userId="961cee6e6bf27946" providerId="LiveId" clId="{9A3724EF-DD08-43F2-A008-BDD5DB6E5A37}" dt="2022-03-30T07:52:18.327" v="96" actId="1076"/>
          <ac:picMkLst>
            <pc:docMk/>
            <pc:sldMk cId="2590759481" sldId="256"/>
            <ac:picMk id="5" creationId="{8F30AEC3-5721-4211-8A1B-414106FD3E3B}"/>
          </ac:picMkLst>
        </pc:picChg>
        <pc:picChg chg="add mod">
          <ac:chgData name="Luife Gil" userId="961cee6e6bf27946" providerId="LiveId" clId="{9A3724EF-DD08-43F2-A008-BDD5DB6E5A37}" dt="2022-03-30T07:55:31.651" v="174" actId="1076"/>
          <ac:picMkLst>
            <pc:docMk/>
            <pc:sldMk cId="2590759481" sldId="256"/>
            <ac:picMk id="8" creationId="{7D9D6BEF-947E-42D7-BD3A-B0C764B256D8}"/>
          </ac:picMkLst>
        </pc:picChg>
        <pc:picChg chg="add del mod ord">
          <ac:chgData name="Luife Gil" userId="961cee6e6bf27946" providerId="LiveId" clId="{9A3724EF-DD08-43F2-A008-BDD5DB6E5A37}" dt="2022-03-30T07:52:03.082" v="84" actId="478"/>
          <ac:picMkLst>
            <pc:docMk/>
            <pc:sldMk cId="2590759481" sldId="256"/>
            <ac:picMk id="9" creationId="{41A8C499-5D15-41C5-A7FD-EF2A6EB49396}"/>
          </ac:picMkLst>
        </pc:picChg>
        <pc:picChg chg="mod">
          <ac:chgData name="Luife Gil" userId="961cee6e6bf27946" providerId="LiveId" clId="{9A3724EF-DD08-43F2-A008-BDD5DB6E5A37}" dt="2022-03-30T07:54:27.603" v="172" actId="1076"/>
          <ac:picMkLst>
            <pc:docMk/>
            <pc:sldMk cId="2590759481" sldId="256"/>
            <ac:picMk id="10" creationId="{EB880ED4-0320-4803-9799-68F3B081521D}"/>
          </ac:picMkLst>
        </pc:picChg>
        <pc:cxnChg chg="del">
          <ac:chgData name="Luife Gil" userId="961cee6e6bf27946" providerId="LiveId" clId="{9A3724EF-DD08-43F2-A008-BDD5DB6E5A37}" dt="2022-03-22T08:03:07.491" v="41" actId="478"/>
          <ac:cxnSpMkLst>
            <pc:docMk/>
            <pc:sldMk cId="2590759481" sldId="256"/>
            <ac:cxnSpMk id="7" creationId="{71FD96CC-A538-4B91-B86B-4D5EDCD41491}"/>
          </ac:cxnSpMkLst>
        </pc:cxnChg>
        <pc:cxnChg chg="del">
          <ac:chgData name="Luife Gil" userId="961cee6e6bf27946" providerId="LiveId" clId="{9A3724EF-DD08-43F2-A008-BDD5DB6E5A37}" dt="2022-03-22T08:03:02.474" v="36" actId="478"/>
          <ac:cxnSpMkLst>
            <pc:docMk/>
            <pc:sldMk cId="2590759481" sldId="256"/>
            <ac:cxnSpMk id="11" creationId="{ECF1E146-A0D1-4261-8752-FDA590A16C2F}"/>
          </ac:cxnSpMkLst>
        </pc:cxnChg>
      </pc:sldChg>
      <pc:sldChg chg="del">
        <pc:chgData name="Luife Gil" userId="961cee6e6bf27946" providerId="LiveId" clId="{9A3724EF-DD08-43F2-A008-BDD5DB6E5A37}" dt="2022-03-22T10:27:45.054" v="81" actId="47"/>
        <pc:sldMkLst>
          <pc:docMk/>
          <pc:sldMk cId="2988953060" sldId="257"/>
        </pc:sldMkLst>
      </pc:sldChg>
      <pc:sldChg chg="del">
        <pc:chgData name="Luife Gil" userId="961cee6e6bf27946" providerId="LiveId" clId="{9A3724EF-DD08-43F2-A008-BDD5DB6E5A37}" dt="2022-03-22T10:27:45.648" v="82" actId="47"/>
        <pc:sldMkLst>
          <pc:docMk/>
          <pc:sldMk cId="2035905991" sldId="258"/>
        </pc:sldMkLst>
      </pc:sldChg>
      <pc:sldChg chg="del">
        <pc:chgData name="Luife Gil" userId="961cee6e6bf27946" providerId="LiveId" clId="{9A3724EF-DD08-43F2-A008-BDD5DB6E5A37}" dt="2022-03-22T10:27:46.623" v="83" actId="47"/>
        <pc:sldMkLst>
          <pc:docMk/>
          <pc:sldMk cId="3472124471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999A6-D54D-4EF6-BD07-4921B41AF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B5E915-19C0-47F1-A894-824B1DDD3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46FCDC-E668-47CC-8869-CF766AC90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F2DD94-8D5C-42A8-B224-9D73EA993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564D58-599E-42F2-81E6-61A81724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982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0C158-DD29-4C75-A393-B3049D09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4EED00-B514-41A2-B216-EEB65CAE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32CDD6-78E5-4221-850F-2A20A6C7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70641-7809-433C-9C09-A216D60F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E2C55-DD17-45EB-8A7E-D3D789FC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795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39173-431A-4353-92C6-8D8678D3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82EF65-982D-4DF5-AF88-E015D0506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6D9C9-79D6-4A57-B565-6E8A2092C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2A0754-A254-4C58-8F59-AD579BE5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AB1908-6D40-4D5F-AE11-62BB182F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909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753220-D916-4EE0-99A7-A190734F1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B77E9-D965-4AE0-8025-5305AB4D5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27487E-523B-478B-BEF7-2511F87D93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82B8C6-0984-4670-BA37-D83E26D8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881AF5-999B-4CFB-BE2B-4A16C572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431A3A-723C-4DB1-AAC5-FDC4EB231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7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CA3BD-9910-4B55-868B-5BEBC6719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58E5AF-7B50-45B0-A9ED-55676EFB6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21228F-318E-4A73-95B7-354872EE4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8587F3-9F46-4303-BE56-A75EA7108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0CF19C-B865-4EDA-9EAD-54CD2DADA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08DD6B-6C70-47F1-BD67-8E6C1C71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075EC8-34AA-4DD2-A69E-0575AD97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16589C-5899-4400-B897-C92B6B9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681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00985-A2BE-4BDC-94B2-920F6711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A8DED0-04C9-4E41-A2AE-85D3519F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1B37C7-190A-4F94-9962-6CA0F64C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59DE02-62C3-46D6-BD62-E5DB7C63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561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97A3ADD-4421-4D83-A13A-B0E7C2ECE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58AF70-FA53-47B1-A9D7-AB96E450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659B36-25EA-445B-A301-D9798860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34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DCE06-E856-405E-835E-D14F5CC2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6E7851-36F7-4A3A-8782-2CF3D17FE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0E5D04-7CA5-4490-BEFD-4EDEF17A1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407B22-7D41-4C1E-A057-866F3898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70AC6A-1770-4481-9677-AAA6E92B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96460-68DC-4C91-A502-738AF378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528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90EB86-5FE4-437E-879A-2C42A7ED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A2427-A5A8-47A0-A471-A07974618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BFB670-AC7A-42B3-8046-6314FED3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94E86F-9915-4564-ADCC-CAD9FCA05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45F973-1C51-4D1F-B1BF-3B651E7A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5AC278-9930-45E4-A6C0-FA919487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3285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DF2280-5ADF-408F-9312-A7A77EAB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A024D6-7B04-4F58-BF3A-9B0854606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ADB273-7495-4EF8-B89C-7FCCE0CD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2212D5-0184-47BC-B34D-527390CF7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67C433-7095-4187-8373-3F666B81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41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A8C7DD7-D785-47F7-A9F7-8E2C90FFD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659316-833F-4C9D-8C42-5D2CD5A0F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505CB1-9801-417F-B92D-CBB32F28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6445B-999F-45AB-ADAC-2CA96D51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EAF143-8B9E-4B31-83C5-C74E39B2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7598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020AA96-BFC6-4011-A7E1-95A827E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F66843-F902-4ED0-97A9-4D1164129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C2D570-BB43-47FE-BB75-1588C6C6B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7679D-3212-484F-BD00-5E6C5EE3F72B}" type="datetimeFigureOut">
              <a:rPr lang="es-ES" smtClean="0"/>
              <a:t>03/10/2024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52FC7B-1928-4E70-BD70-219587A8D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12F772-31D7-4CAE-A711-7A9EB7AA8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F7E2E-9E7D-4DCC-A162-322D09E340D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102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A219-AECB-64F9-EAF8-ECD08834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1B58E7-6B4F-45AE-A1CC-ADF37F678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433" y="1"/>
            <a:ext cx="9672033" cy="6855802"/>
          </a:xfrm>
          <a:prstGeom prst="rect">
            <a:avLst/>
          </a:prstGeom>
        </p:spPr>
      </p:pic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9C1D9AA7-27D0-4F09-8F71-46E7AC4A9B2F}"/>
              </a:ext>
            </a:extLst>
          </p:cNvPr>
          <p:cNvSpPr/>
          <p:nvPr/>
        </p:nvSpPr>
        <p:spPr>
          <a:xfrm>
            <a:off x="3615267" y="2074333"/>
            <a:ext cx="3166533" cy="1490134"/>
          </a:xfrm>
          <a:custGeom>
            <a:avLst/>
            <a:gdLst>
              <a:gd name="connsiteX0" fmla="*/ 3166533 w 3166533"/>
              <a:gd name="connsiteY0" fmla="*/ 897467 h 1490134"/>
              <a:gd name="connsiteX1" fmla="*/ 3014133 w 3166533"/>
              <a:gd name="connsiteY1" fmla="*/ 1490134 h 1490134"/>
              <a:gd name="connsiteX2" fmla="*/ 0 w 3166533"/>
              <a:gd name="connsiteY2" fmla="*/ 550334 h 1490134"/>
              <a:gd name="connsiteX3" fmla="*/ 177800 w 3166533"/>
              <a:gd name="connsiteY3" fmla="*/ 0 h 1490134"/>
              <a:gd name="connsiteX4" fmla="*/ 3166533 w 3166533"/>
              <a:gd name="connsiteY4" fmla="*/ 897467 h 149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6533" h="1490134">
                <a:moveTo>
                  <a:pt x="3166533" y="897467"/>
                </a:moveTo>
                <a:lnTo>
                  <a:pt x="3014133" y="1490134"/>
                </a:lnTo>
                <a:lnTo>
                  <a:pt x="0" y="550334"/>
                </a:lnTo>
                <a:lnTo>
                  <a:pt x="177800" y="0"/>
                </a:lnTo>
                <a:lnTo>
                  <a:pt x="3166533" y="897467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7CD12E56-C1B2-49C8-8BD9-748DF907FFE1}"/>
              </a:ext>
            </a:extLst>
          </p:cNvPr>
          <p:cNvSpPr/>
          <p:nvPr/>
        </p:nvSpPr>
        <p:spPr>
          <a:xfrm>
            <a:off x="4775200" y="2954867"/>
            <a:ext cx="2692400" cy="1346200"/>
          </a:xfrm>
          <a:custGeom>
            <a:avLst/>
            <a:gdLst>
              <a:gd name="connsiteX0" fmla="*/ 2015067 w 2692400"/>
              <a:gd name="connsiteY0" fmla="*/ 0 h 1346200"/>
              <a:gd name="connsiteX1" fmla="*/ 2692400 w 2692400"/>
              <a:gd name="connsiteY1" fmla="*/ 220133 h 1346200"/>
              <a:gd name="connsiteX2" fmla="*/ 2328333 w 2692400"/>
              <a:gd name="connsiteY2" fmla="*/ 1346200 h 1346200"/>
              <a:gd name="connsiteX3" fmla="*/ 0 w 2692400"/>
              <a:gd name="connsiteY3" fmla="*/ 643466 h 1346200"/>
              <a:gd name="connsiteX4" fmla="*/ 169333 w 2692400"/>
              <a:gd name="connsiteY4" fmla="*/ 93133 h 1346200"/>
              <a:gd name="connsiteX5" fmla="*/ 1871133 w 2692400"/>
              <a:gd name="connsiteY5" fmla="*/ 635000 h 1346200"/>
              <a:gd name="connsiteX6" fmla="*/ 2015067 w 2692400"/>
              <a:gd name="connsiteY6" fmla="*/ 0 h 134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400" h="1346200">
                <a:moveTo>
                  <a:pt x="2015067" y="0"/>
                </a:moveTo>
                <a:lnTo>
                  <a:pt x="2692400" y="220133"/>
                </a:lnTo>
                <a:lnTo>
                  <a:pt x="2328333" y="1346200"/>
                </a:lnTo>
                <a:lnTo>
                  <a:pt x="0" y="643466"/>
                </a:lnTo>
                <a:lnTo>
                  <a:pt x="169333" y="93133"/>
                </a:lnTo>
                <a:lnTo>
                  <a:pt x="1871133" y="635000"/>
                </a:lnTo>
                <a:lnTo>
                  <a:pt x="2015067" y="0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95DEB3C8-37B9-45E9-BDE2-8A105EF85432}"/>
              </a:ext>
            </a:extLst>
          </p:cNvPr>
          <p:cNvSpPr/>
          <p:nvPr/>
        </p:nvSpPr>
        <p:spPr>
          <a:xfrm>
            <a:off x="3429000" y="2641600"/>
            <a:ext cx="2692400" cy="1905000"/>
          </a:xfrm>
          <a:custGeom>
            <a:avLst/>
            <a:gdLst>
              <a:gd name="connsiteX0" fmla="*/ 2692400 w 2692400"/>
              <a:gd name="connsiteY0" fmla="*/ 1363133 h 1905000"/>
              <a:gd name="connsiteX1" fmla="*/ 2540000 w 2692400"/>
              <a:gd name="connsiteY1" fmla="*/ 1905000 h 1905000"/>
              <a:gd name="connsiteX2" fmla="*/ 855133 w 2692400"/>
              <a:gd name="connsiteY2" fmla="*/ 1397000 h 1905000"/>
              <a:gd name="connsiteX3" fmla="*/ 1016000 w 2692400"/>
              <a:gd name="connsiteY3" fmla="*/ 855133 h 1905000"/>
              <a:gd name="connsiteX4" fmla="*/ 0 w 2692400"/>
              <a:gd name="connsiteY4" fmla="*/ 541867 h 1905000"/>
              <a:gd name="connsiteX5" fmla="*/ 194733 w 2692400"/>
              <a:gd name="connsiteY5" fmla="*/ 0 h 1905000"/>
              <a:gd name="connsiteX6" fmla="*/ 1515533 w 2692400"/>
              <a:gd name="connsiteY6" fmla="*/ 414867 h 1905000"/>
              <a:gd name="connsiteX7" fmla="*/ 1346200 w 2692400"/>
              <a:gd name="connsiteY7" fmla="*/ 965200 h 1905000"/>
              <a:gd name="connsiteX8" fmla="*/ 2692400 w 2692400"/>
              <a:gd name="connsiteY8" fmla="*/ 1363133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2400" h="1905000">
                <a:moveTo>
                  <a:pt x="2692400" y="1363133"/>
                </a:moveTo>
                <a:lnTo>
                  <a:pt x="2540000" y="1905000"/>
                </a:lnTo>
                <a:lnTo>
                  <a:pt x="855133" y="1397000"/>
                </a:lnTo>
                <a:lnTo>
                  <a:pt x="1016000" y="855133"/>
                </a:lnTo>
                <a:lnTo>
                  <a:pt x="0" y="541867"/>
                </a:lnTo>
                <a:lnTo>
                  <a:pt x="194733" y="0"/>
                </a:lnTo>
                <a:lnTo>
                  <a:pt x="1515533" y="414867"/>
                </a:lnTo>
                <a:lnTo>
                  <a:pt x="1346200" y="965200"/>
                </a:lnTo>
                <a:lnTo>
                  <a:pt x="2692400" y="136313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1812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3379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lugch</dc:creator>
  <cp:lastModifiedBy>Eduardo Rivera</cp:lastModifiedBy>
  <cp:revision>91</cp:revision>
  <dcterms:created xsi:type="dcterms:W3CDTF">2021-11-22T08:26:58Z</dcterms:created>
  <dcterms:modified xsi:type="dcterms:W3CDTF">2024-10-03T06:43:08Z</dcterms:modified>
</cp:coreProperties>
</file>